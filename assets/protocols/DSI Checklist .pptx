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Frances McClure" userId="266b5fe11bf44ead" providerId="LiveId" clId="{FBC39D48-3765-42F1-A02F-CF658B7E3CAA}"/>
    <pc:docChg chg="modSld">
      <pc:chgData name="Sarah Frances McClure" userId="266b5fe11bf44ead" providerId="LiveId" clId="{FBC39D48-3765-42F1-A02F-CF658B7E3CAA}" dt="2026-02-26T17:17:46.819" v="40" actId="20577"/>
      <pc:docMkLst>
        <pc:docMk/>
      </pc:docMkLst>
      <pc:sldChg chg="modSp mod">
        <pc:chgData name="Sarah Frances McClure" userId="266b5fe11bf44ead" providerId="LiveId" clId="{FBC39D48-3765-42F1-A02F-CF658B7E3CAA}" dt="2026-02-26T17:17:46.819" v="40" actId="20577"/>
        <pc:sldMkLst>
          <pc:docMk/>
          <pc:sldMk cId="1726498568" sldId="256"/>
        </pc:sldMkLst>
        <pc:spChg chg="mod">
          <ac:chgData name="Sarah Frances McClure" userId="266b5fe11bf44ead" providerId="LiveId" clId="{FBC39D48-3765-42F1-A02F-CF658B7E3CAA}" dt="2026-02-26T17:17:46.819" v="40" actId="20577"/>
          <ac:spMkLst>
            <pc:docMk/>
            <pc:sldMk cId="1726498568" sldId="256"/>
            <ac:spMk id="33" creationId="{BEFF69AB-7917-8CE6-63B0-7093238131D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0B1FFA-1AB7-4C52-AA22-A430C1A89613}" type="doc">
      <dgm:prSet loTypeId="urn:microsoft.com/office/officeart/2005/8/layout/chevron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372F626-CB1E-4AFD-B41F-855B66352F3D}">
      <dgm:prSet phldrT="[Text]"/>
      <dgm:spPr/>
      <dgm:t>
        <a:bodyPr/>
        <a:lstStyle/>
        <a:p>
          <a:r>
            <a:rPr lang="en-US" dirty="0"/>
            <a:t>Prepare Equipment</a:t>
          </a:r>
        </a:p>
      </dgm:t>
    </dgm:pt>
    <dgm:pt modelId="{EB4E9D42-AFD0-4473-ACB6-31687D532F86}" type="parTrans" cxnId="{8208A8B2-A569-4217-A0DD-8221F64605AC}">
      <dgm:prSet/>
      <dgm:spPr/>
      <dgm:t>
        <a:bodyPr/>
        <a:lstStyle/>
        <a:p>
          <a:endParaRPr lang="en-US"/>
        </a:p>
      </dgm:t>
    </dgm:pt>
    <dgm:pt modelId="{4974740B-2700-48F5-92E3-68541EA3500C}" type="sibTrans" cxnId="{8208A8B2-A569-4217-A0DD-8221F64605AC}">
      <dgm:prSet/>
      <dgm:spPr/>
      <dgm:t>
        <a:bodyPr/>
        <a:lstStyle/>
        <a:p>
          <a:endParaRPr lang="en-US"/>
        </a:p>
      </dgm:t>
    </dgm:pt>
    <dgm:pt modelId="{C36D8DFA-64B7-480C-A330-B5C2BA4C8909}">
      <dgm:prSet phldrT="[Text]"/>
      <dgm:spPr/>
      <dgm:t>
        <a:bodyPr/>
        <a:lstStyle/>
        <a:p>
          <a:endParaRPr lang="en-US" dirty="0"/>
        </a:p>
      </dgm:t>
    </dgm:pt>
    <dgm:pt modelId="{5472A0FF-0A78-4548-BDB0-A31150A427BA}" type="parTrans" cxnId="{025750AC-0D11-4154-B7C6-C1A4C1A6C37B}">
      <dgm:prSet/>
      <dgm:spPr/>
      <dgm:t>
        <a:bodyPr/>
        <a:lstStyle/>
        <a:p>
          <a:endParaRPr lang="en-US"/>
        </a:p>
      </dgm:t>
    </dgm:pt>
    <dgm:pt modelId="{42E06C6E-BE9A-473D-BDD1-A0C3868CE591}" type="sibTrans" cxnId="{025750AC-0D11-4154-B7C6-C1A4C1A6C37B}">
      <dgm:prSet/>
      <dgm:spPr/>
      <dgm:t>
        <a:bodyPr/>
        <a:lstStyle/>
        <a:p>
          <a:endParaRPr lang="en-US"/>
        </a:p>
      </dgm:t>
    </dgm:pt>
    <dgm:pt modelId="{D1C06B3C-084E-4DC7-84C2-0654F700306B}">
      <dgm:prSet phldrT="[Text]"/>
      <dgm:spPr/>
      <dgm:t>
        <a:bodyPr/>
        <a:lstStyle/>
        <a:p>
          <a:r>
            <a:rPr lang="en-US" dirty="0"/>
            <a:t>Contact EMS Supervisor</a:t>
          </a:r>
        </a:p>
      </dgm:t>
    </dgm:pt>
    <dgm:pt modelId="{C9C2374D-5FC5-4AAE-B255-CD6BF1D2F533}" type="parTrans" cxnId="{06AC0C01-8089-48D8-9AA8-4A0B079031F0}">
      <dgm:prSet/>
      <dgm:spPr/>
      <dgm:t>
        <a:bodyPr/>
        <a:lstStyle/>
        <a:p>
          <a:endParaRPr lang="en-US"/>
        </a:p>
      </dgm:t>
    </dgm:pt>
    <dgm:pt modelId="{319DBB3E-4E64-4202-BCF4-EE576042104C}" type="sibTrans" cxnId="{06AC0C01-8089-48D8-9AA8-4A0B079031F0}">
      <dgm:prSet/>
      <dgm:spPr/>
      <dgm:t>
        <a:bodyPr/>
        <a:lstStyle/>
        <a:p>
          <a:endParaRPr lang="en-US"/>
        </a:p>
      </dgm:t>
    </dgm:pt>
    <dgm:pt modelId="{035298B8-9257-47FC-9C7F-C43884EAB55A}">
      <dgm:prSet phldrT="[Text]"/>
      <dgm:spPr/>
      <dgm:t>
        <a:bodyPr/>
        <a:lstStyle/>
        <a:p>
          <a:r>
            <a:rPr lang="en-US" dirty="0"/>
            <a:t>Prepare Patient</a:t>
          </a:r>
        </a:p>
      </dgm:t>
    </dgm:pt>
    <dgm:pt modelId="{0DF9E989-5EEE-472F-8F67-FDD7253EC2B6}" type="parTrans" cxnId="{3FBA3AB2-C2CE-4BFF-A482-CFA5E1281548}">
      <dgm:prSet/>
      <dgm:spPr/>
      <dgm:t>
        <a:bodyPr/>
        <a:lstStyle/>
        <a:p>
          <a:endParaRPr lang="en-US"/>
        </a:p>
      </dgm:t>
    </dgm:pt>
    <dgm:pt modelId="{D6ECE5CD-72A8-455C-8872-6152D0E9D665}" type="sibTrans" cxnId="{3FBA3AB2-C2CE-4BFF-A482-CFA5E1281548}">
      <dgm:prSet/>
      <dgm:spPr/>
      <dgm:t>
        <a:bodyPr/>
        <a:lstStyle/>
        <a:p>
          <a:endParaRPr lang="en-US"/>
        </a:p>
      </dgm:t>
    </dgm:pt>
    <dgm:pt modelId="{7284B0CD-8786-47AC-B299-82E3103BA4A0}">
      <dgm:prSet phldrT="[Text]"/>
      <dgm:spPr/>
      <dgm:t>
        <a:bodyPr/>
        <a:lstStyle/>
        <a:p>
          <a:r>
            <a:rPr lang="en-US" dirty="0"/>
            <a:t>Preoxygenate</a:t>
          </a:r>
        </a:p>
      </dgm:t>
    </dgm:pt>
    <dgm:pt modelId="{4568062C-8FF9-4917-BDBD-F99526B96CEC}" type="parTrans" cxnId="{F7D0A061-750A-4234-8C49-B6339CF36E5B}">
      <dgm:prSet/>
      <dgm:spPr/>
      <dgm:t>
        <a:bodyPr/>
        <a:lstStyle/>
        <a:p>
          <a:endParaRPr lang="en-US"/>
        </a:p>
      </dgm:t>
    </dgm:pt>
    <dgm:pt modelId="{AFE37B8B-09EE-4762-B770-EC61F4C5F36F}" type="sibTrans" cxnId="{F7D0A061-750A-4234-8C49-B6339CF36E5B}">
      <dgm:prSet/>
      <dgm:spPr/>
      <dgm:t>
        <a:bodyPr/>
        <a:lstStyle/>
        <a:p>
          <a:endParaRPr lang="en-US"/>
        </a:p>
      </dgm:t>
    </dgm:pt>
    <dgm:pt modelId="{C1A59459-321C-40FF-A45B-CE5A91EFC873}">
      <dgm:prSet phldrT="[Text]"/>
      <dgm:spPr/>
      <dgm:t>
        <a:bodyPr/>
        <a:lstStyle/>
        <a:p>
          <a:r>
            <a:rPr lang="en-US" dirty="0"/>
            <a:t>Induction</a:t>
          </a:r>
        </a:p>
      </dgm:t>
    </dgm:pt>
    <dgm:pt modelId="{82011D56-5AE5-4B2E-863F-250A0D969EFF}" type="parTrans" cxnId="{701B2955-6B76-41A0-A1E2-125DA2531DEF}">
      <dgm:prSet/>
      <dgm:spPr/>
      <dgm:t>
        <a:bodyPr/>
        <a:lstStyle/>
        <a:p>
          <a:endParaRPr lang="en-US"/>
        </a:p>
      </dgm:t>
    </dgm:pt>
    <dgm:pt modelId="{EA0748FB-0A15-4612-9117-298A8EC4844C}" type="sibTrans" cxnId="{701B2955-6B76-41A0-A1E2-125DA2531DEF}">
      <dgm:prSet/>
      <dgm:spPr/>
      <dgm:t>
        <a:bodyPr/>
        <a:lstStyle/>
        <a:p>
          <a:endParaRPr lang="en-US"/>
        </a:p>
      </dgm:t>
    </dgm:pt>
    <dgm:pt modelId="{46B553B7-43AB-4A9C-BF0A-567D0FE870DF}">
      <dgm:prSet phldrT="[Text]"/>
      <dgm:spPr/>
      <dgm:t>
        <a:bodyPr/>
        <a:lstStyle/>
        <a:p>
          <a:r>
            <a:rPr lang="en-US" dirty="0"/>
            <a:t>Paralysis</a:t>
          </a:r>
        </a:p>
      </dgm:t>
    </dgm:pt>
    <dgm:pt modelId="{065C5FAF-A980-40D6-B11E-B40FAAF5764A}" type="parTrans" cxnId="{EC3D010C-9BE9-41BD-A523-1983E6337E7A}">
      <dgm:prSet/>
      <dgm:spPr/>
      <dgm:t>
        <a:bodyPr/>
        <a:lstStyle/>
        <a:p>
          <a:endParaRPr lang="en-US"/>
        </a:p>
      </dgm:t>
    </dgm:pt>
    <dgm:pt modelId="{1B33E4E6-C30D-4668-87BE-2558B8505783}" type="sibTrans" cxnId="{EC3D010C-9BE9-41BD-A523-1983E6337E7A}">
      <dgm:prSet/>
      <dgm:spPr/>
      <dgm:t>
        <a:bodyPr/>
        <a:lstStyle/>
        <a:p>
          <a:endParaRPr lang="en-US"/>
        </a:p>
      </dgm:t>
    </dgm:pt>
    <dgm:pt modelId="{A0937816-A10E-4B51-A610-BF976270866C}">
      <dgm:prSet phldrT="[Text]"/>
      <dgm:spPr/>
      <dgm:t>
        <a:bodyPr/>
        <a:lstStyle/>
        <a:p>
          <a:r>
            <a:rPr lang="en-US" dirty="0"/>
            <a:t>Pass the tube</a:t>
          </a:r>
        </a:p>
      </dgm:t>
    </dgm:pt>
    <dgm:pt modelId="{65447033-2A26-4963-B75C-B629820E9420}" type="parTrans" cxnId="{4E2AB813-62C3-4013-AD48-686DD8FAD2DD}">
      <dgm:prSet/>
      <dgm:spPr/>
      <dgm:t>
        <a:bodyPr/>
        <a:lstStyle/>
        <a:p>
          <a:endParaRPr lang="en-US"/>
        </a:p>
      </dgm:t>
    </dgm:pt>
    <dgm:pt modelId="{47B9D436-EABB-462A-BC18-8B0F469BD6DD}" type="sibTrans" cxnId="{4E2AB813-62C3-4013-AD48-686DD8FAD2DD}">
      <dgm:prSet/>
      <dgm:spPr/>
      <dgm:t>
        <a:bodyPr/>
        <a:lstStyle/>
        <a:p>
          <a:endParaRPr lang="en-US"/>
        </a:p>
      </dgm:t>
    </dgm:pt>
    <dgm:pt modelId="{D05371C6-8CA2-41F6-B238-54D359D566F2}">
      <dgm:prSet phldrT="[Text]"/>
      <dgm:spPr/>
      <dgm:t>
        <a:bodyPr/>
        <a:lstStyle/>
        <a:p>
          <a:r>
            <a:rPr lang="en-US" dirty="0"/>
            <a:t>Prove</a:t>
          </a:r>
        </a:p>
      </dgm:t>
    </dgm:pt>
    <dgm:pt modelId="{2C430597-DA36-488F-AAD0-D920322F59CD}" type="parTrans" cxnId="{D85C5D72-E4B2-4CA9-8148-6E5D6584CB7C}">
      <dgm:prSet/>
      <dgm:spPr/>
      <dgm:t>
        <a:bodyPr/>
        <a:lstStyle/>
        <a:p>
          <a:endParaRPr lang="en-US"/>
        </a:p>
      </dgm:t>
    </dgm:pt>
    <dgm:pt modelId="{E96C8C53-A152-4284-B695-A4B9CAEFD4A8}" type="sibTrans" cxnId="{D85C5D72-E4B2-4CA9-8148-6E5D6584CB7C}">
      <dgm:prSet/>
      <dgm:spPr/>
      <dgm:t>
        <a:bodyPr/>
        <a:lstStyle/>
        <a:p>
          <a:endParaRPr lang="en-US"/>
        </a:p>
      </dgm:t>
    </dgm:pt>
    <dgm:pt modelId="{2167FD42-8675-494D-AFD0-4217D77F305D}">
      <dgm:prSet phldrT="[Text]"/>
      <dgm:spPr/>
      <dgm:t>
        <a:bodyPr/>
        <a:lstStyle/>
        <a:p>
          <a:r>
            <a:rPr lang="en-US" dirty="0"/>
            <a:t>Post intubation</a:t>
          </a:r>
        </a:p>
      </dgm:t>
    </dgm:pt>
    <dgm:pt modelId="{7B8297D2-9C3A-4F0E-8EE1-2F934593AAAB}" type="parTrans" cxnId="{E73AD1C8-25FB-408D-BDF9-7B912B242C06}">
      <dgm:prSet/>
      <dgm:spPr/>
      <dgm:t>
        <a:bodyPr/>
        <a:lstStyle/>
        <a:p>
          <a:endParaRPr lang="en-US"/>
        </a:p>
      </dgm:t>
    </dgm:pt>
    <dgm:pt modelId="{3C55080C-25EE-40B1-A51C-07AD7263E233}" type="sibTrans" cxnId="{E73AD1C8-25FB-408D-BDF9-7B912B242C06}">
      <dgm:prSet/>
      <dgm:spPr/>
    </dgm:pt>
    <dgm:pt modelId="{381EDDEF-86F9-4F44-B4A9-0D9C5E8155A1}">
      <dgm:prSet/>
      <dgm:spPr/>
      <dgm:t>
        <a:bodyPr vert="horz" anchor="ctr" anchorCtr="0"/>
        <a:lstStyle/>
        <a:p>
          <a:pPr>
            <a:buNone/>
          </a:pPr>
          <a:endParaRPr lang="en-US" dirty="0"/>
        </a:p>
      </dgm:t>
    </dgm:pt>
    <dgm:pt modelId="{68023B67-7B68-4C5D-A5DD-ED207B3EE4F6}" type="parTrans" cxnId="{0056E9CB-BAC1-4F21-BA3D-B45711F13DAA}">
      <dgm:prSet/>
      <dgm:spPr/>
      <dgm:t>
        <a:bodyPr/>
        <a:lstStyle/>
        <a:p>
          <a:endParaRPr lang="en-US"/>
        </a:p>
      </dgm:t>
    </dgm:pt>
    <dgm:pt modelId="{8764C81E-EB53-4F15-BB70-74239F0BA7AB}" type="sibTrans" cxnId="{0056E9CB-BAC1-4F21-BA3D-B45711F13DAA}">
      <dgm:prSet/>
      <dgm:spPr/>
      <dgm:t>
        <a:bodyPr/>
        <a:lstStyle/>
        <a:p>
          <a:endParaRPr lang="en-US"/>
        </a:p>
      </dgm:t>
    </dgm:pt>
    <dgm:pt modelId="{7D10ECB8-460D-43A9-871B-F45C8DA09A19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EBE85E5A-1317-4048-A9E5-421DA107BA3A}" type="parTrans" cxnId="{836C3983-B610-4FA6-8AF7-791CE9A3AF03}">
      <dgm:prSet/>
      <dgm:spPr/>
      <dgm:t>
        <a:bodyPr/>
        <a:lstStyle/>
        <a:p>
          <a:endParaRPr lang="en-US"/>
        </a:p>
      </dgm:t>
    </dgm:pt>
    <dgm:pt modelId="{A9EEDAD5-9876-4507-BD5E-4B7524DC4977}" type="sibTrans" cxnId="{836C3983-B610-4FA6-8AF7-791CE9A3AF03}">
      <dgm:prSet/>
      <dgm:spPr/>
      <dgm:t>
        <a:bodyPr/>
        <a:lstStyle/>
        <a:p>
          <a:endParaRPr lang="en-US"/>
        </a:p>
      </dgm:t>
    </dgm:pt>
    <dgm:pt modelId="{586B296A-8A2E-40AC-A040-061B3E990AAA}">
      <dgm:prSet/>
      <dgm:spPr/>
      <dgm:t>
        <a:bodyPr/>
        <a:lstStyle/>
        <a:p>
          <a:endParaRPr lang="en-US" b="0" i="0" u="none" dirty="0"/>
        </a:p>
      </dgm:t>
    </dgm:pt>
    <dgm:pt modelId="{CC09678C-7A5F-45B3-8BB1-957D17B40C39}" type="parTrans" cxnId="{120740A2-9B74-4FC0-9646-BBF5C6822081}">
      <dgm:prSet/>
      <dgm:spPr/>
      <dgm:t>
        <a:bodyPr/>
        <a:lstStyle/>
        <a:p>
          <a:endParaRPr lang="en-US"/>
        </a:p>
      </dgm:t>
    </dgm:pt>
    <dgm:pt modelId="{32EF7D61-387D-4171-933B-A4EE5CF0AE4B}" type="sibTrans" cxnId="{120740A2-9B74-4FC0-9646-BBF5C6822081}">
      <dgm:prSet/>
      <dgm:spPr/>
      <dgm:t>
        <a:bodyPr/>
        <a:lstStyle/>
        <a:p>
          <a:endParaRPr lang="en-US"/>
        </a:p>
      </dgm:t>
    </dgm:pt>
    <dgm:pt modelId="{B110FC3F-E51D-4F11-83E1-8C9DC9225A85}" type="pres">
      <dgm:prSet presAssocID="{990B1FFA-1AB7-4C52-AA22-A430C1A89613}" presName="linearFlow" presStyleCnt="0">
        <dgm:presLayoutVars>
          <dgm:dir/>
          <dgm:animLvl val="lvl"/>
          <dgm:resizeHandles val="exact"/>
        </dgm:presLayoutVars>
      </dgm:prSet>
      <dgm:spPr/>
    </dgm:pt>
    <dgm:pt modelId="{A8896976-2AAE-4B55-8A08-650CBB6C6CC2}" type="pres">
      <dgm:prSet presAssocID="{035298B8-9257-47FC-9C7F-C43884EAB55A}" presName="composite" presStyleCnt="0"/>
      <dgm:spPr/>
    </dgm:pt>
    <dgm:pt modelId="{8582A847-E9B3-4593-B3C4-7723EE29634F}" type="pres">
      <dgm:prSet presAssocID="{035298B8-9257-47FC-9C7F-C43884EAB55A}" presName="parentText" presStyleLbl="alignNode1" presStyleIdx="0" presStyleCnt="9">
        <dgm:presLayoutVars>
          <dgm:chMax val="1"/>
          <dgm:bulletEnabled val="1"/>
        </dgm:presLayoutVars>
      </dgm:prSet>
      <dgm:spPr/>
    </dgm:pt>
    <dgm:pt modelId="{801893CF-CD5F-4977-A4C2-7480F1543426}" type="pres">
      <dgm:prSet presAssocID="{035298B8-9257-47FC-9C7F-C43884EAB55A}" presName="descendantText" presStyleLbl="alignAcc1" presStyleIdx="0" presStyleCnt="9">
        <dgm:presLayoutVars>
          <dgm:bulletEnabled val="1"/>
        </dgm:presLayoutVars>
      </dgm:prSet>
      <dgm:spPr/>
    </dgm:pt>
    <dgm:pt modelId="{639EBC93-360A-4F34-B9A8-8BC7CC60C27A}" type="pres">
      <dgm:prSet presAssocID="{D6ECE5CD-72A8-455C-8872-6152D0E9D665}" presName="sp" presStyleCnt="0"/>
      <dgm:spPr/>
    </dgm:pt>
    <dgm:pt modelId="{8864385B-960B-46FC-927A-236FC663A299}" type="pres">
      <dgm:prSet presAssocID="{B372F626-CB1E-4AFD-B41F-855B66352F3D}" presName="composite" presStyleCnt="0"/>
      <dgm:spPr/>
    </dgm:pt>
    <dgm:pt modelId="{7E2EEE07-F99E-4837-91E1-1D0B7D70363B}" type="pres">
      <dgm:prSet presAssocID="{B372F626-CB1E-4AFD-B41F-855B66352F3D}" presName="parentText" presStyleLbl="alignNode1" presStyleIdx="1" presStyleCnt="9">
        <dgm:presLayoutVars>
          <dgm:chMax val="1"/>
          <dgm:bulletEnabled val="1"/>
        </dgm:presLayoutVars>
      </dgm:prSet>
      <dgm:spPr/>
    </dgm:pt>
    <dgm:pt modelId="{E5E97DC3-6AB8-4182-B998-37E5C1AC5A1A}" type="pres">
      <dgm:prSet presAssocID="{B372F626-CB1E-4AFD-B41F-855B66352F3D}" presName="descendantText" presStyleLbl="alignAcc1" presStyleIdx="1" presStyleCnt="9">
        <dgm:presLayoutVars>
          <dgm:bulletEnabled val="1"/>
        </dgm:presLayoutVars>
      </dgm:prSet>
      <dgm:spPr/>
    </dgm:pt>
    <dgm:pt modelId="{BEA4186D-CBB6-48CD-BBF5-43B4D6FF627D}" type="pres">
      <dgm:prSet presAssocID="{4974740B-2700-48F5-92E3-68541EA3500C}" presName="sp" presStyleCnt="0"/>
      <dgm:spPr/>
    </dgm:pt>
    <dgm:pt modelId="{371F1A49-8CA6-4D58-A97E-DFA0252545A7}" type="pres">
      <dgm:prSet presAssocID="{D1C06B3C-084E-4DC7-84C2-0654F700306B}" presName="composite" presStyleCnt="0"/>
      <dgm:spPr/>
    </dgm:pt>
    <dgm:pt modelId="{22765086-1846-4841-BAD8-FB7F4C75404B}" type="pres">
      <dgm:prSet presAssocID="{D1C06B3C-084E-4DC7-84C2-0654F700306B}" presName="parentText" presStyleLbl="alignNode1" presStyleIdx="2" presStyleCnt="9">
        <dgm:presLayoutVars>
          <dgm:chMax val="1"/>
          <dgm:bulletEnabled val="1"/>
        </dgm:presLayoutVars>
      </dgm:prSet>
      <dgm:spPr/>
    </dgm:pt>
    <dgm:pt modelId="{093132B1-0F75-4F16-872C-7F500FEA7AD9}" type="pres">
      <dgm:prSet presAssocID="{D1C06B3C-084E-4DC7-84C2-0654F700306B}" presName="descendantText" presStyleLbl="alignAcc1" presStyleIdx="2" presStyleCnt="9">
        <dgm:presLayoutVars>
          <dgm:bulletEnabled val="1"/>
        </dgm:presLayoutVars>
      </dgm:prSet>
      <dgm:spPr/>
    </dgm:pt>
    <dgm:pt modelId="{D565C60C-0C23-4C48-BC0B-10638774DDA2}" type="pres">
      <dgm:prSet presAssocID="{319DBB3E-4E64-4202-BCF4-EE576042104C}" presName="sp" presStyleCnt="0"/>
      <dgm:spPr/>
    </dgm:pt>
    <dgm:pt modelId="{1F0D2EBF-4798-48D2-B683-BC459CE69973}" type="pres">
      <dgm:prSet presAssocID="{7284B0CD-8786-47AC-B299-82E3103BA4A0}" presName="composite" presStyleCnt="0"/>
      <dgm:spPr/>
    </dgm:pt>
    <dgm:pt modelId="{EDAB2386-CCDE-4E5A-945E-875CC24AD982}" type="pres">
      <dgm:prSet presAssocID="{7284B0CD-8786-47AC-B299-82E3103BA4A0}" presName="parentText" presStyleLbl="alignNode1" presStyleIdx="3" presStyleCnt="9">
        <dgm:presLayoutVars>
          <dgm:chMax val="1"/>
          <dgm:bulletEnabled val="1"/>
        </dgm:presLayoutVars>
      </dgm:prSet>
      <dgm:spPr/>
    </dgm:pt>
    <dgm:pt modelId="{D9D650A8-BDDA-47F5-99A6-F93612B543F1}" type="pres">
      <dgm:prSet presAssocID="{7284B0CD-8786-47AC-B299-82E3103BA4A0}" presName="descendantText" presStyleLbl="alignAcc1" presStyleIdx="3" presStyleCnt="9">
        <dgm:presLayoutVars>
          <dgm:bulletEnabled val="1"/>
        </dgm:presLayoutVars>
      </dgm:prSet>
      <dgm:spPr/>
    </dgm:pt>
    <dgm:pt modelId="{98E79371-71A4-44B0-A8EC-4B082509C57D}" type="pres">
      <dgm:prSet presAssocID="{AFE37B8B-09EE-4762-B770-EC61F4C5F36F}" presName="sp" presStyleCnt="0"/>
      <dgm:spPr/>
    </dgm:pt>
    <dgm:pt modelId="{B6FBF793-2718-49B2-ADB3-1BC06FA230FC}" type="pres">
      <dgm:prSet presAssocID="{C1A59459-321C-40FF-A45B-CE5A91EFC873}" presName="composite" presStyleCnt="0"/>
      <dgm:spPr/>
    </dgm:pt>
    <dgm:pt modelId="{BA01BFF8-21F5-485B-A673-1AF6046DBF45}" type="pres">
      <dgm:prSet presAssocID="{C1A59459-321C-40FF-A45B-CE5A91EFC873}" presName="parentText" presStyleLbl="alignNode1" presStyleIdx="4" presStyleCnt="9">
        <dgm:presLayoutVars>
          <dgm:chMax val="1"/>
          <dgm:bulletEnabled val="1"/>
        </dgm:presLayoutVars>
      </dgm:prSet>
      <dgm:spPr/>
    </dgm:pt>
    <dgm:pt modelId="{B9906155-538F-4F4B-BB05-E5451886BD30}" type="pres">
      <dgm:prSet presAssocID="{C1A59459-321C-40FF-A45B-CE5A91EFC873}" presName="descendantText" presStyleLbl="alignAcc1" presStyleIdx="4" presStyleCnt="9">
        <dgm:presLayoutVars>
          <dgm:bulletEnabled val="1"/>
        </dgm:presLayoutVars>
      </dgm:prSet>
      <dgm:spPr/>
    </dgm:pt>
    <dgm:pt modelId="{97089042-6F80-42C4-9A25-D81F1C9D36D1}" type="pres">
      <dgm:prSet presAssocID="{EA0748FB-0A15-4612-9117-298A8EC4844C}" presName="sp" presStyleCnt="0"/>
      <dgm:spPr/>
    </dgm:pt>
    <dgm:pt modelId="{6642DC01-4A93-4569-BE41-51759226778C}" type="pres">
      <dgm:prSet presAssocID="{46B553B7-43AB-4A9C-BF0A-567D0FE870DF}" presName="composite" presStyleCnt="0"/>
      <dgm:spPr/>
    </dgm:pt>
    <dgm:pt modelId="{8B99AAE0-CE90-433F-92F4-1EC6CD8A506F}" type="pres">
      <dgm:prSet presAssocID="{46B553B7-43AB-4A9C-BF0A-567D0FE870DF}" presName="parentText" presStyleLbl="alignNode1" presStyleIdx="5" presStyleCnt="9">
        <dgm:presLayoutVars>
          <dgm:chMax val="1"/>
          <dgm:bulletEnabled val="1"/>
        </dgm:presLayoutVars>
      </dgm:prSet>
      <dgm:spPr/>
    </dgm:pt>
    <dgm:pt modelId="{D3855651-9CF1-4CFD-A5DF-F6A36045E2A0}" type="pres">
      <dgm:prSet presAssocID="{46B553B7-43AB-4A9C-BF0A-567D0FE870DF}" presName="descendantText" presStyleLbl="alignAcc1" presStyleIdx="5" presStyleCnt="9">
        <dgm:presLayoutVars>
          <dgm:bulletEnabled val="1"/>
        </dgm:presLayoutVars>
      </dgm:prSet>
      <dgm:spPr/>
    </dgm:pt>
    <dgm:pt modelId="{61B56610-B3CE-4207-BDC5-81522983B15A}" type="pres">
      <dgm:prSet presAssocID="{1B33E4E6-C30D-4668-87BE-2558B8505783}" presName="sp" presStyleCnt="0"/>
      <dgm:spPr/>
    </dgm:pt>
    <dgm:pt modelId="{94DD4541-0D74-4B14-9264-E7E1C6CC07D4}" type="pres">
      <dgm:prSet presAssocID="{A0937816-A10E-4B51-A610-BF976270866C}" presName="composite" presStyleCnt="0"/>
      <dgm:spPr/>
    </dgm:pt>
    <dgm:pt modelId="{1E742EC2-0DBD-48E9-8BE6-CEE73079DCF2}" type="pres">
      <dgm:prSet presAssocID="{A0937816-A10E-4B51-A610-BF976270866C}" presName="parentText" presStyleLbl="alignNode1" presStyleIdx="6" presStyleCnt="9">
        <dgm:presLayoutVars>
          <dgm:chMax val="1"/>
          <dgm:bulletEnabled val="1"/>
        </dgm:presLayoutVars>
      </dgm:prSet>
      <dgm:spPr/>
    </dgm:pt>
    <dgm:pt modelId="{D545B6CD-5FDA-4CA6-A50A-BAC2660E33A3}" type="pres">
      <dgm:prSet presAssocID="{A0937816-A10E-4B51-A610-BF976270866C}" presName="descendantText" presStyleLbl="alignAcc1" presStyleIdx="6" presStyleCnt="9">
        <dgm:presLayoutVars>
          <dgm:bulletEnabled val="1"/>
        </dgm:presLayoutVars>
      </dgm:prSet>
      <dgm:spPr/>
    </dgm:pt>
    <dgm:pt modelId="{7AAE7356-F062-48BE-9512-1183470C7D7C}" type="pres">
      <dgm:prSet presAssocID="{47B9D436-EABB-462A-BC18-8B0F469BD6DD}" presName="sp" presStyleCnt="0"/>
      <dgm:spPr/>
    </dgm:pt>
    <dgm:pt modelId="{F2197E75-0465-49FF-91B2-EC824EBB8F3E}" type="pres">
      <dgm:prSet presAssocID="{D05371C6-8CA2-41F6-B238-54D359D566F2}" presName="composite" presStyleCnt="0"/>
      <dgm:spPr/>
    </dgm:pt>
    <dgm:pt modelId="{69FA68AB-3D14-42CD-954E-22239016A397}" type="pres">
      <dgm:prSet presAssocID="{D05371C6-8CA2-41F6-B238-54D359D566F2}" presName="parentText" presStyleLbl="alignNode1" presStyleIdx="7" presStyleCnt="9">
        <dgm:presLayoutVars>
          <dgm:chMax val="1"/>
          <dgm:bulletEnabled val="1"/>
        </dgm:presLayoutVars>
      </dgm:prSet>
      <dgm:spPr/>
    </dgm:pt>
    <dgm:pt modelId="{D94E2330-8E62-4CD1-8216-28F8E5AE9EA5}" type="pres">
      <dgm:prSet presAssocID="{D05371C6-8CA2-41F6-B238-54D359D566F2}" presName="descendantText" presStyleLbl="alignAcc1" presStyleIdx="7" presStyleCnt="9">
        <dgm:presLayoutVars>
          <dgm:bulletEnabled val="1"/>
        </dgm:presLayoutVars>
      </dgm:prSet>
      <dgm:spPr/>
    </dgm:pt>
    <dgm:pt modelId="{93F50FFE-2278-4EFA-B664-F6C90493A710}" type="pres">
      <dgm:prSet presAssocID="{E96C8C53-A152-4284-B695-A4B9CAEFD4A8}" presName="sp" presStyleCnt="0"/>
      <dgm:spPr/>
    </dgm:pt>
    <dgm:pt modelId="{340A8012-00B1-4F41-8EF9-AC722CADFE4B}" type="pres">
      <dgm:prSet presAssocID="{2167FD42-8675-494D-AFD0-4217D77F305D}" presName="composite" presStyleCnt="0"/>
      <dgm:spPr/>
    </dgm:pt>
    <dgm:pt modelId="{4396D11F-8CD9-46A1-90F0-2B03F75E369E}" type="pres">
      <dgm:prSet presAssocID="{2167FD42-8675-494D-AFD0-4217D77F305D}" presName="parentText" presStyleLbl="alignNode1" presStyleIdx="8" presStyleCnt="9">
        <dgm:presLayoutVars>
          <dgm:chMax val="1"/>
          <dgm:bulletEnabled val="1"/>
        </dgm:presLayoutVars>
      </dgm:prSet>
      <dgm:spPr/>
    </dgm:pt>
    <dgm:pt modelId="{7F7A9A23-F15C-4D7F-ADC3-2B249517012E}" type="pres">
      <dgm:prSet presAssocID="{2167FD42-8675-494D-AFD0-4217D77F305D}" presName="descendantText" presStyleLbl="alignAcc1" presStyleIdx="8" presStyleCnt="9">
        <dgm:presLayoutVars>
          <dgm:bulletEnabled val="1"/>
        </dgm:presLayoutVars>
      </dgm:prSet>
      <dgm:spPr/>
    </dgm:pt>
  </dgm:ptLst>
  <dgm:cxnLst>
    <dgm:cxn modelId="{06AC0C01-8089-48D8-9AA8-4A0B079031F0}" srcId="{990B1FFA-1AB7-4C52-AA22-A430C1A89613}" destId="{D1C06B3C-084E-4DC7-84C2-0654F700306B}" srcOrd="2" destOrd="0" parTransId="{C9C2374D-5FC5-4AAE-B255-CD6BF1D2F533}" sibTransId="{319DBB3E-4E64-4202-BCF4-EE576042104C}"/>
    <dgm:cxn modelId="{EC3D010C-9BE9-41BD-A523-1983E6337E7A}" srcId="{990B1FFA-1AB7-4C52-AA22-A430C1A89613}" destId="{46B553B7-43AB-4A9C-BF0A-567D0FE870DF}" srcOrd="5" destOrd="0" parTransId="{065C5FAF-A980-40D6-B11E-B40FAAF5764A}" sibTransId="{1B33E4E6-C30D-4668-87BE-2558B8505783}"/>
    <dgm:cxn modelId="{4E2AB813-62C3-4013-AD48-686DD8FAD2DD}" srcId="{990B1FFA-1AB7-4C52-AA22-A430C1A89613}" destId="{A0937816-A10E-4B51-A610-BF976270866C}" srcOrd="6" destOrd="0" parTransId="{65447033-2A26-4963-B75C-B629820E9420}" sibTransId="{47B9D436-EABB-462A-BC18-8B0F469BD6DD}"/>
    <dgm:cxn modelId="{42AACB14-802A-4401-A868-11FE8F054411}" type="presOf" srcId="{46B553B7-43AB-4A9C-BF0A-567D0FE870DF}" destId="{8B99AAE0-CE90-433F-92F4-1EC6CD8A506F}" srcOrd="0" destOrd="0" presId="urn:microsoft.com/office/officeart/2005/8/layout/chevron2"/>
    <dgm:cxn modelId="{96E5DE1C-27A2-4DCB-8A0F-AAF29425CBC0}" type="presOf" srcId="{B372F626-CB1E-4AFD-B41F-855B66352F3D}" destId="{7E2EEE07-F99E-4837-91E1-1D0B7D70363B}" srcOrd="0" destOrd="0" presId="urn:microsoft.com/office/officeart/2005/8/layout/chevron2"/>
    <dgm:cxn modelId="{70915F1D-F862-49ED-9B5C-CB30D1FE79C7}" type="presOf" srcId="{7D10ECB8-460D-43A9-871B-F45C8DA09A19}" destId="{B9906155-538F-4F4B-BB05-E5451886BD30}" srcOrd="0" destOrd="0" presId="urn:microsoft.com/office/officeart/2005/8/layout/chevron2"/>
    <dgm:cxn modelId="{EDF09C2A-F3F6-4E4D-ACA7-DF58E82B6BAE}" type="presOf" srcId="{035298B8-9257-47FC-9C7F-C43884EAB55A}" destId="{8582A847-E9B3-4593-B3C4-7723EE29634F}" srcOrd="0" destOrd="0" presId="urn:microsoft.com/office/officeart/2005/8/layout/chevron2"/>
    <dgm:cxn modelId="{F7D0A061-750A-4234-8C49-B6339CF36E5B}" srcId="{990B1FFA-1AB7-4C52-AA22-A430C1A89613}" destId="{7284B0CD-8786-47AC-B299-82E3103BA4A0}" srcOrd="3" destOrd="0" parTransId="{4568062C-8FF9-4917-BDBD-F99526B96CEC}" sibTransId="{AFE37B8B-09EE-4762-B770-EC61F4C5F36F}"/>
    <dgm:cxn modelId="{CBB5EE43-1C59-46B8-82DE-D39CCC76DA51}" type="presOf" srcId="{381EDDEF-86F9-4F44-B4A9-0D9C5E8155A1}" destId="{801893CF-CD5F-4977-A4C2-7480F1543426}" srcOrd="0" destOrd="0" presId="urn:microsoft.com/office/officeart/2005/8/layout/chevron2"/>
    <dgm:cxn modelId="{5A74EF6F-4EDB-4D37-A9D4-CBC0F3309797}" type="presOf" srcId="{586B296A-8A2E-40AC-A040-061B3E990AAA}" destId="{B9906155-538F-4F4B-BB05-E5451886BD30}" srcOrd="0" destOrd="1" presId="urn:microsoft.com/office/officeart/2005/8/layout/chevron2"/>
    <dgm:cxn modelId="{D269AC71-BD8B-4984-B598-9AF550CB225F}" type="presOf" srcId="{D05371C6-8CA2-41F6-B238-54D359D566F2}" destId="{69FA68AB-3D14-42CD-954E-22239016A397}" srcOrd="0" destOrd="0" presId="urn:microsoft.com/office/officeart/2005/8/layout/chevron2"/>
    <dgm:cxn modelId="{D85C5D72-E4B2-4CA9-8148-6E5D6584CB7C}" srcId="{990B1FFA-1AB7-4C52-AA22-A430C1A89613}" destId="{D05371C6-8CA2-41F6-B238-54D359D566F2}" srcOrd="7" destOrd="0" parTransId="{2C430597-DA36-488F-AAD0-D920322F59CD}" sibTransId="{E96C8C53-A152-4284-B695-A4B9CAEFD4A8}"/>
    <dgm:cxn modelId="{701B2955-6B76-41A0-A1E2-125DA2531DEF}" srcId="{990B1FFA-1AB7-4C52-AA22-A430C1A89613}" destId="{C1A59459-321C-40FF-A45B-CE5A91EFC873}" srcOrd="4" destOrd="0" parTransId="{82011D56-5AE5-4B2E-863F-250A0D969EFF}" sibTransId="{EA0748FB-0A15-4612-9117-298A8EC4844C}"/>
    <dgm:cxn modelId="{E4DE3877-5073-4425-9CE2-001CA82018E3}" type="presOf" srcId="{990B1FFA-1AB7-4C52-AA22-A430C1A89613}" destId="{B110FC3F-E51D-4F11-83E1-8C9DC9225A85}" srcOrd="0" destOrd="0" presId="urn:microsoft.com/office/officeart/2005/8/layout/chevron2"/>
    <dgm:cxn modelId="{63AFF677-F1BA-44D6-AF03-463CFCD1AF32}" type="presOf" srcId="{A0937816-A10E-4B51-A610-BF976270866C}" destId="{1E742EC2-0DBD-48E9-8BE6-CEE73079DCF2}" srcOrd="0" destOrd="0" presId="urn:microsoft.com/office/officeart/2005/8/layout/chevron2"/>
    <dgm:cxn modelId="{836C3983-B610-4FA6-8AF7-791CE9A3AF03}" srcId="{C1A59459-321C-40FF-A45B-CE5A91EFC873}" destId="{7D10ECB8-460D-43A9-871B-F45C8DA09A19}" srcOrd="0" destOrd="0" parTransId="{EBE85E5A-1317-4048-A9E5-421DA107BA3A}" sibTransId="{A9EEDAD5-9876-4507-BD5E-4B7524DC4977}"/>
    <dgm:cxn modelId="{DAFAED9A-6C65-4474-9319-FC33501D8676}" type="presOf" srcId="{C36D8DFA-64B7-480C-A330-B5C2BA4C8909}" destId="{E5E97DC3-6AB8-4182-B998-37E5C1AC5A1A}" srcOrd="0" destOrd="0" presId="urn:microsoft.com/office/officeart/2005/8/layout/chevron2"/>
    <dgm:cxn modelId="{120740A2-9B74-4FC0-9646-BBF5C6822081}" srcId="{C1A59459-321C-40FF-A45B-CE5A91EFC873}" destId="{586B296A-8A2E-40AC-A040-061B3E990AAA}" srcOrd="1" destOrd="0" parTransId="{CC09678C-7A5F-45B3-8BB1-957D17B40C39}" sibTransId="{32EF7D61-387D-4171-933B-A4EE5CF0AE4B}"/>
    <dgm:cxn modelId="{025750AC-0D11-4154-B7C6-C1A4C1A6C37B}" srcId="{B372F626-CB1E-4AFD-B41F-855B66352F3D}" destId="{C36D8DFA-64B7-480C-A330-B5C2BA4C8909}" srcOrd="0" destOrd="0" parTransId="{5472A0FF-0A78-4548-BDB0-A31150A427BA}" sibTransId="{42E06C6E-BE9A-473D-BDD1-A0C3868CE591}"/>
    <dgm:cxn modelId="{6EBF01B1-A5A9-488C-B511-F78F2C5526A8}" type="presOf" srcId="{2167FD42-8675-494D-AFD0-4217D77F305D}" destId="{4396D11F-8CD9-46A1-90F0-2B03F75E369E}" srcOrd="0" destOrd="0" presId="urn:microsoft.com/office/officeart/2005/8/layout/chevron2"/>
    <dgm:cxn modelId="{3FBA3AB2-C2CE-4BFF-A482-CFA5E1281548}" srcId="{990B1FFA-1AB7-4C52-AA22-A430C1A89613}" destId="{035298B8-9257-47FC-9C7F-C43884EAB55A}" srcOrd="0" destOrd="0" parTransId="{0DF9E989-5EEE-472F-8F67-FDD7253EC2B6}" sibTransId="{D6ECE5CD-72A8-455C-8872-6152D0E9D665}"/>
    <dgm:cxn modelId="{8208A8B2-A569-4217-A0DD-8221F64605AC}" srcId="{990B1FFA-1AB7-4C52-AA22-A430C1A89613}" destId="{B372F626-CB1E-4AFD-B41F-855B66352F3D}" srcOrd="1" destOrd="0" parTransId="{EB4E9D42-AFD0-4473-ACB6-31687D532F86}" sibTransId="{4974740B-2700-48F5-92E3-68541EA3500C}"/>
    <dgm:cxn modelId="{E73AD1C8-25FB-408D-BDF9-7B912B242C06}" srcId="{990B1FFA-1AB7-4C52-AA22-A430C1A89613}" destId="{2167FD42-8675-494D-AFD0-4217D77F305D}" srcOrd="8" destOrd="0" parTransId="{7B8297D2-9C3A-4F0E-8EE1-2F934593AAAB}" sibTransId="{3C55080C-25EE-40B1-A51C-07AD7263E233}"/>
    <dgm:cxn modelId="{A7A794CA-3BBD-4FA0-94A9-E2F6C93F428F}" type="presOf" srcId="{7284B0CD-8786-47AC-B299-82E3103BA4A0}" destId="{EDAB2386-CCDE-4E5A-945E-875CC24AD982}" srcOrd="0" destOrd="0" presId="urn:microsoft.com/office/officeart/2005/8/layout/chevron2"/>
    <dgm:cxn modelId="{0056E9CB-BAC1-4F21-BA3D-B45711F13DAA}" srcId="{035298B8-9257-47FC-9C7F-C43884EAB55A}" destId="{381EDDEF-86F9-4F44-B4A9-0D9C5E8155A1}" srcOrd="0" destOrd="0" parTransId="{68023B67-7B68-4C5D-A5DD-ED207B3EE4F6}" sibTransId="{8764C81E-EB53-4F15-BB70-74239F0BA7AB}"/>
    <dgm:cxn modelId="{F68A77E0-632E-4E13-B991-380EC061DBAF}" type="presOf" srcId="{D1C06B3C-084E-4DC7-84C2-0654F700306B}" destId="{22765086-1846-4841-BAD8-FB7F4C75404B}" srcOrd="0" destOrd="0" presId="urn:microsoft.com/office/officeart/2005/8/layout/chevron2"/>
    <dgm:cxn modelId="{811D68E2-7E9E-40DB-82B6-11E0CE1FEED9}" type="presOf" srcId="{C1A59459-321C-40FF-A45B-CE5A91EFC873}" destId="{BA01BFF8-21F5-485B-A673-1AF6046DBF45}" srcOrd="0" destOrd="0" presId="urn:microsoft.com/office/officeart/2005/8/layout/chevron2"/>
    <dgm:cxn modelId="{F1BF0F8C-F1BB-4490-8CBA-04622C0EA533}" type="presParOf" srcId="{B110FC3F-E51D-4F11-83E1-8C9DC9225A85}" destId="{A8896976-2AAE-4B55-8A08-650CBB6C6CC2}" srcOrd="0" destOrd="0" presId="urn:microsoft.com/office/officeart/2005/8/layout/chevron2"/>
    <dgm:cxn modelId="{231A978F-C89D-44D5-8EFA-BE89A021B49D}" type="presParOf" srcId="{A8896976-2AAE-4B55-8A08-650CBB6C6CC2}" destId="{8582A847-E9B3-4593-B3C4-7723EE29634F}" srcOrd="0" destOrd="0" presId="urn:microsoft.com/office/officeart/2005/8/layout/chevron2"/>
    <dgm:cxn modelId="{40CE6940-D85E-4234-8FF6-D8768B20F731}" type="presParOf" srcId="{A8896976-2AAE-4B55-8A08-650CBB6C6CC2}" destId="{801893CF-CD5F-4977-A4C2-7480F1543426}" srcOrd="1" destOrd="0" presId="urn:microsoft.com/office/officeart/2005/8/layout/chevron2"/>
    <dgm:cxn modelId="{09A7D428-CDB0-48CB-90D3-34A58098EB2C}" type="presParOf" srcId="{B110FC3F-E51D-4F11-83E1-8C9DC9225A85}" destId="{639EBC93-360A-4F34-B9A8-8BC7CC60C27A}" srcOrd="1" destOrd="0" presId="urn:microsoft.com/office/officeart/2005/8/layout/chevron2"/>
    <dgm:cxn modelId="{4FF2AF73-F13D-4C19-BB34-8811B625D0CF}" type="presParOf" srcId="{B110FC3F-E51D-4F11-83E1-8C9DC9225A85}" destId="{8864385B-960B-46FC-927A-236FC663A299}" srcOrd="2" destOrd="0" presId="urn:microsoft.com/office/officeart/2005/8/layout/chevron2"/>
    <dgm:cxn modelId="{F87D49EA-BF49-4356-9000-B2BBCE841DAC}" type="presParOf" srcId="{8864385B-960B-46FC-927A-236FC663A299}" destId="{7E2EEE07-F99E-4837-91E1-1D0B7D70363B}" srcOrd="0" destOrd="0" presId="urn:microsoft.com/office/officeart/2005/8/layout/chevron2"/>
    <dgm:cxn modelId="{672B685C-AB59-4E93-A00D-8CFD59D49516}" type="presParOf" srcId="{8864385B-960B-46FC-927A-236FC663A299}" destId="{E5E97DC3-6AB8-4182-B998-37E5C1AC5A1A}" srcOrd="1" destOrd="0" presId="urn:microsoft.com/office/officeart/2005/8/layout/chevron2"/>
    <dgm:cxn modelId="{0360DCF7-CE9A-4C02-8D06-C1B6E90CD384}" type="presParOf" srcId="{B110FC3F-E51D-4F11-83E1-8C9DC9225A85}" destId="{BEA4186D-CBB6-48CD-BBF5-43B4D6FF627D}" srcOrd="3" destOrd="0" presId="urn:microsoft.com/office/officeart/2005/8/layout/chevron2"/>
    <dgm:cxn modelId="{20898532-DABB-4AF5-9037-1A01C32F690B}" type="presParOf" srcId="{B110FC3F-E51D-4F11-83E1-8C9DC9225A85}" destId="{371F1A49-8CA6-4D58-A97E-DFA0252545A7}" srcOrd="4" destOrd="0" presId="urn:microsoft.com/office/officeart/2005/8/layout/chevron2"/>
    <dgm:cxn modelId="{838F84BB-3F5D-4BEB-A514-70F1AEC89D43}" type="presParOf" srcId="{371F1A49-8CA6-4D58-A97E-DFA0252545A7}" destId="{22765086-1846-4841-BAD8-FB7F4C75404B}" srcOrd="0" destOrd="0" presId="urn:microsoft.com/office/officeart/2005/8/layout/chevron2"/>
    <dgm:cxn modelId="{BC937AF1-6C60-460C-8D36-BEC593202BE0}" type="presParOf" srcId="{371F1A49-8CA6-4D58-A97E-DFA0252545A7}" destId="{093132B1-0F75-4F16-872C-7F500FEA7AD9}" srcOrd="1" destOrd="0" presId="urn:microsoft.com/office/officeart/2005/8/layout/chevron2"/>
    <dgm:cxn modelId="{5E8456F1-1566-4156-AD55-E7DBFF5EBF21}" type="presParOf" srcId="{B110FC3F-E51D-4F11-83E1-8C9DC9225A85}" destId="{D565C60C-0C23-4C48-BC0B-10638774DDA2}" srcOrd="5" destOrd="0" presId="urn:microsoft.com/office/officeart/2005/8/layout/chevron2"/>
    <dgm:cxn modelId="{D1B4A661-7155-42EC-ADF2-1EA3E7B94EAA}" type="presParOf" srcId="{B110FC3F-E51D-4F11-83E1-8C9DC9225A85}" destId="{1F0D2EBF-4798-48D2-B683-BC459CE69973}" srcOrd="6" destOrd="0" presId="urn:microsoft.com/office/officeart/2005/8/layout/chevron2"/>
    <dgm:cxn modelId="{692EC336-E81A-4FF3-B88C-CA12E2D8BA9E}" type="presParOf" srcId="{1F0D2EBF-4798-48D2-B683-BC459CE69973}" destId="{EDAB2386-CCDE-4E5A-945E-875CC24AD982}" srcOrd="0" destOrd="0" presId="urn:microsoft.com/office/officeart/2005/8/layout/chevron2"/>
    <dgm:cxn modelId="{A789B2C1-6A54-4CEE-9DD0-BA20013103BF}" type="presParOf" srcId="{1F0D2EBF-4798-48D2-B683-BC459CE69973}" destId="{D9D650A8-BDDA-47F5-99A6-F93612B543F1}" srcOrd="1" destOrd="0" presId="urn:microsoft.com/office/officeart/2005/8/layout/chevron2"/>
    <dgm:cxn modelId="{D6005E68-1C34-441D-97A0-22E52CB9F773}" type="presParOf" srcId="{B110FC3F-E51D-4F11-83E1-8C9DC9225A85}" destId="{98E79371-71A4-44B0-A8EC-4B082509C57D}" srcOrd="7" destOrd="0" presId="urn:microsoft.com/office/officeart/2005/8/layout/chevron2"/>
    <dgm:cxn modelId="{4B76FA70-CD9F-45E3-9F83-DCE76A0E4D0F}" type="presParOf" srcId="{B110FC3F-E51D-4F11-83E1-8C9DC9225A85}" destId="{B6FBF793-2718-49B2-ADB3-1BC06FA230FC}" srcOrd="8" destOrd="0" presId="urn:microsoft.com/office/officeart/2005/8/layout/chevron2"/>
    <dgm:cxn modelId="{425BF65E-4A5C-4715-953C-816C824B7F9E}" type="presParOf" srcId="{B6FBF793-2718-49B2-ADB3-1BC06FA230FC}" destId="{BA01BFF8-21F5-485B-A673-1AF6046DBF45}" srcOrd="0" destOrd="0" presId="urn:microsoft.com/office/officeart/2005/8/layout/chevron2"/>
    <dgm:cxn modelId="{3D6A581C-24A3-4926-96BA-AA6CC6158F27}" type="presParOf" srcId="{B6FBF793-2718-49B2-ADB3-1BC06FA230FC}" destId="{B9906155-538F-4F4B-BB05-E5451886BD30}" srcOrd="1" destOrd="0" presId="urn:microsoft.com/office/officeart/2005/8/layout/chevron2"/>
    <dgm:cxn modelId="{6F2CB485-AA4D-4384-9F69-4F19C298FDCB}" type="presParOf" srcId="{B110FC3F-E51D-4F11-83E1-8C9DC9225A85}" destId="{97089042-6F80-42C4-9A25-D81F1C9D36D1}" srcOrd="9" destOrd="0" presId="urn:microsoft.com/office/officeart/2005/8/layout/chevron2"/>
    <dgm:cxn modelId="{7ADE74F1-6E64-4407-94E2-5509056078E2}" type="presParOf" srcId="{B110FC3F-E51D-4F11-83E1-8C9DC9225A85}" destId="{6642DC01-4A93-4569-BE41-51759226778C}" srcOrd="10" destOrd="0" presId="urn:microsoft.com/office/officeart/2005/8/layout/chevron2"/>
    <dgm:cxn modelId="{047E64FD-BE6D-41C4-877E-A57739F8F006}" type="presParOf" srcId="{6642DC01-4A93-4569-BE41-51759226778C}" destId="{8B99AAE0-CE90-433F-92F4-1EC6CD8A506F}" srcOrd="0" destOrd="0" presId="urn:microsoft.com/office/officeart/2005/8/layout/chevron2"/>
    <dgm:cxn modelId="{B0C7BECC-3FFB-45F1-B72A-CE0DCD62DCB0}" type="presParOf" srcId="{6642DC01-4A93-4569-BE41-51759226778C}" destId="{D3855651-9CF1-4CFD-A5DF-F6A36045E2A0}" srcOrd="1" destOrd="0" presId="urn:microsoft.com/office/officeart/2005/8/layout/chevron2"/>
    <dgm:cxn modelId="{589F1CFB-35B6-4101-AB71-140F62B7F723}" type="presParOf" srcId="{B110FC3F-E51D-4F11-83E1-8C9DC9225A85}" destId="{61B56610-B3CE-4207-BDC5-81522983B15A}" srcOrd="11" destOrd="0" presId="urn:microsoft.com/office/officeart/2005/8/layout/chevron2"/>
    <dgm:cxn modelId="{EEC8C63B-1111-42E3-8AF2-07906F72E2A1}" type="presParOf" srcId="{B110FC3F-E51D-4F11-83E1-8C9DC9225A85}" destId="{94DD4541-0D74-4B14-9264-E7E1C6CC07D4}" srcOrd="12" destOrd="0" presId="urn:microsoft.com/office/officeart/2005/8/layout/chevron2"/>
    <dgm:cxn modelId="{06A62697-6CAD-4721-8779-6D1B6E767FA9}" type="presParOf" srcId="{94DD4541-0D74-4B14-9264-E7E1C6CC07D4}" destId="{1E742EC2-0DBD-48E9-8BE6-CEE73079DCF2}" srcOrd="0" destOrd="0" presId="urn:microsoft.com/office/officeart/2005/8/layout/chevron2"/>
    <dgm:cxn modelId="{F8F63717-A627-4C6B-89A6-9AA9D933454D}" type="presParOf" srcId="{94DD4541-0D74-4B14-9264-E7E1C6CC07D4}" destId="{D545B6CD-5FDA-4CA6-A50A-BAC2660E33A3}" srcOrd="1" destOrd="0" presId="urn:microsoft.com/office/officeart/2005/8/layout/chevron2"/>
    <dgm:cxn modelId="{459AFA2B-01D3-428E-A64E-B42E7B1F5D13}" type="presParOf" srcId="{B110FC3F-E51D-4F11-83E1-8C9DC9225A85}" destId="{7AAE7356-F062-48BE-9512-1183470C7D7C}" srcOrd="13" destOrd="0" presId="urn:microsoft.com/office/officeart/2005/8/layout/chevron2"/>
    <dgm:cxn modelId="{DCAD29B1-D300-4488-B1BA-E12141D557EB}" type="presParOf" srcId="{B110FC3F-E51D-4F11-83E1-8C9DC9225A85}" destId="{F2197E75-0465-49FF-91B2-EC824EBB8F3E}" srcOrd="14" destOrd="0" presId="urn:microsoft.com/office/officeart/2005/8/layout/chevron2"/>
    <dgm:cxn modelId="{B601D615-0E15-44B5-AF4E-B38ACB983B87}" type="presParOf" srcId="{F2197E75-0465-49FF-91B2-EC824EBB8F3E}" destId="{69FA68AB-3D14-42CD-954E-22239016A397}" srcOrd="0" destOrd="0" presId="urn:microsoft.com/office/officeart/2005/8/layout/chevron2"/>
    <dgm:cxn modelId="{CA6C7AD2-50EE-4CBD-A967-E2C55C0E4CEF}" type="presParOf" srcId="{F2197E75-0465-49FF-91B2-EC824EBB8F3E}" destId="{D94E2330-8E62-4CD1-8216-28F8E5AE9EA5}" srcOrd="1" destOrd="0" presId="urn:microsoft.com/office/officeart/2005/8/layout/chevron2"/>
    <dgm:cxn modelId="{0DE4B51A-3EC7-489E-98FA-A73E1B4630F8}" type="presParOf" srcId="{B110FC3F-E51D-4F11-83E1-8C9DC9225A85}" destId="{93F50FFE-2278-4EFA-B664-F6C90493A710}" srcOrd="15" destOrd="0" presId="urn:microsoft.com/office/officeart/2005/8/layout/chevron2"/>
    <dgm:cxn modelId="{95CDB740-22C3-4FFA-B54D-E7A9DBA823ED}" type="presParOf" srcId="{B110FC3F-E51D-4F11-83E1-8C9DC9225A85}" destId="{340A8012-00B1-4F41-8EF9-AC722CADFE4B}" srcOrd="16" destOrd="0" presId="urn:microsoft.com/office/officeart/2005/8/layout/chevron2"/>
    <dgm:cxn modelId="{051E0603-5C53-417C-B05D-BA3E4738E33B}" type="presParOf" srcId="{340A8012-00B1-4F41-8EF9-AC722CADFE4B}" destId="{4396D11F-8CD9-46A1-90F0-2B03F75E369E}" srcOrd="0" destOrd="0" presId="urn:microsoft.com/office/officeart/2005/8/layout/chevron2"/>
    <dgm:cxn modelId="{761D69B5-13CD-4A3F-9049-B3A5D129AE51}" type="presParOf" srcId="{340A8012-00B1-4F41-8EF9-AC722CADFE4B}" destId="{7F7A9A23-F15C-4D7F-ADC3-2B249517012E}" srcOrd="1" destOrd="0" presId="urn:microsoft.com/office/officeart/2005/8/layout/chevron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82A847-E9B3-4593-B3C4-7723EE29634F}">
      <dsp:nvSpPr>
        <dsp:cNvPr id="0" name=""/>
        <dsp:cNvSpPr/>
      </dsp:nvSpPr>
      <dsp:spPr>
        <a:xfrm rot="5400000">
          <a:off x="-103647" y="104173"/>
          <a:ext cx="690982" cy="48368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Prepare Patient</a:t>
          </a:r>
        </a:p>
      </dsp:txBody>
      <dsp:txXfrm rot="-5400000">
        <a:off x="1" y="242370"/>
        <a:ext cx="483687" cy="207295"/>
      </dsp:txXfrm>
    </dsp:sp>
    <dsp:sp modelId="{801893CF-CD5F-4977-A4C2-7480F1543426}">
      <dsp:nvSpPr>
        <dsp:cNvPr id="0" name=""/>
        <dsp:cNvSpPr/>
      </dsp:nvSpPr>
      <dsp:spPr>
        <a:xfrm rot="5400000">
          <a:off x="5762754" y="-5278540"/>
          <a:ext cx="449138" cy="11007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200" kern="1200" dirty="0"/>
        </a:p>
      </dsp:txBody>
      <dsp:txXfrm rot="-5400000">
        <a:off x="483688" y="22451"/>
        <a:ext cx="10985347" cy="405288"/>
      </dsp:txXfrm>
    </dsp:sp>
    <dsp:sp modelId="{7E2EEE07-F99E-4837-91E1-1D0B7D70363B}">
      <dsp:nvSpPr>
        <dsp:cNvPr id="0" name=""/>
        <dsp:cNvSpPr/>
      </dsp:nvSpPr>
      <dsp:spPr>
        <a:xfrm rot="5400000">
          <a:off x="-103647" y="730222"/>
          <a:ext cx="690982" cy="48368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Prepare Equipment</a:t>
          </a:r>
        </a:p>
      </dsp:txBody>
      <dsp:txXfrm rot="-5400000">
        <a:off x="1" y="868419"/>
        <a:ext cx="483687" cy="207295"/>
      </dsp:txXfrm>
    </dsp:sp>
    <dsp:sp modelId="{E5E97DC3-6AB8-4182-B998-37E5C1AC5A1A}">
      <dsp:nvSpPr>
        <dsp:cNvPr id="0" name=""/>
        <dsp:cNvSpPr/>
      </dsp:nvSpPr>
      <dsp:spPr>
        <a:xfrm rot="5400000">
          <a:off x="5762754" y="-4652491"/>
          <a:ext cx="449138" cy="11007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</dsp:txBody>
      <dsp:txXfrm rot="-5400000">
        <a:off x="483688" y="648500"/>
        <a:ext cx="10985347" cy="405288"/>
      </dsp:txXfrm>
    </dsp:sp>
    <dsp:sp modelId="{22765086-1846-4841-BAD8-FB7F4C75404B}">
      <dsp:nvSpPr>
        <dsp:cNvPr id="0" name=""/>
        <dsp:cNvSpPr/>
      </dsp:nvSpPr>
      <dsp:spPr>
        <a:xfrm rot="5400000">
          <a:off x="-103647" y="1356272"/>
          <a:ext cx="690982" cy="483687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Contact EMS Supervisor</a:t>
          </a:r>
        </a:p>
      </dsp:txBody>
      <dsp:txXfrm rot="-5400000">
        <a:off x="1" y="1494469"/>
        <a:ext cx="483687" cy="207295"/>
      </dsp:txXfrm>
    </dsp:sp>
    <dsp:sp modelId="{093132B1-0F75-4F16-872C-7F500FEA7AD9}">
      <dsp:nvSpPr>
        <dsp:cNvPr id="0" name=""/>
        <dsp:cNvSpPr/>
      </dsp:nvSpPr>
      <dsp:spPr>
        <a:xfrm rot="5400000">
          <a:off x="5762754" y="-4026441"/>
          <a:ext cx="449138" cy="11007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B2386-CCDE-4E5A-945E-875CC24AD982}">
      <dsp:nvSpPr>
        <dsp:cNvPr id="0" name=""/>
        <dsp:cNvSpPr/>
      </dsp:nvSpPr>
      <dsp:spPr>
        <a:xfrm rot="5400000">
          <a:off x="-103647" y="1982321"/>
          <a:ext cx="690982" cy="483687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Preoxygenate</a:t>
          </a:r>
        </a:p>
      </dsp:txBody>
      <dsp:txXfrm rot="-5400000">
        <a:off x="1" y="2120518"/>
        <a:ext cx="483687" cy="207295"/>
      </dsp:txXfrm>
    </dsp:sp>
    <dsp:sp modelId="{D9D650A8-BDDA-47F5-99A6-F93612B543F1}">
      <dsp:nvSpPr>
        <dsp:cNvPr id="0" name=""/>
        <dsp:cNvSpPr/>
      </dsp:nvSpPr>
      <dsp:spPr>
        <a:xfrm rot="5400000">
          <a:off x="5762754" y="-3400392"/>
          <a:ext cx="449138" cy="11007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1BFF8-21F5-485B-A673-1AF6046DBF45}">
      <dsp:nvSpPr>
        <dsp:cNvPr id="0" name=""/>
        <dsp:cNvSpPr/>
      </dsp:nvSpPr>
      <dsp:spPr>
        <a:xfrm rot="5400000">
          <a:off x="-103647" y="2608371"/>
          <a:ext cx="690982" cy="483687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Induction</a:t>
          </a:r>
        </a:p>
      </dsp:txBody>
      <dsp:txXfrm rot="-5400000">
        <a:off x="1" y="2746568"/>
        <a:ext cx="483687" cy="207295"/>
      </dsp:txXfrm>
    </dsp:sp>
    <dsp:sp modelId="{B9906155-538F-4F4B-BB05-E5451886BD30}">
      <dsp:nvSpPr>
        <dsp:cNvPr id="0" name=""/>
        <dsp:cNvSpPr/>
      </dsp:nvSpPr>
      <dsp:spPr>
        <a:xfrm rot="5400000">
          <a:off x="5762754" y="-2774343"/>
          <a:ext cx="449138" cy="11007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7620" rIns="7620" bIns="76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b="0" i="0" u="none" kern="1200" dirty="0"/>
        </a:p>
      </dsp:txBody>
      <dsp:txXfrm rot="-5400000">
        <a:off x="483688" y="2526648"/>
        <a:ext cx="10985347" cy="405288"/>
      </dsp:txXfrm>
    </dsp:sp>
    <dsp:sp modelId="{8B99AAE0-CE90-433F-92F4-1EC6CD8A506F}">
      <dsp:nvSpPr>
        <dsp:cNvPr id="0" name=""/>
        <dsp:cNvSpPr/>
      </dsp:nvSpPr>
      <dsp:spPr>
        <a:xfrm rot="5400000">
          <a:off x="-103647" y="3234420"/>
          <a:ext cx="690982" cy="48368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Paralysis</a:t>
          </a:r>
        </a:p>
      </dsp:txBody>
      <dsp:txXfrm rot="-5400000">
        <a:off x="1" y="3372617"/>
        <a:ext cx="483687" cy="207295"/>
      </dsp:txXfrm>
    </dsp:sp>
    <dsp:sp modelId="{D3855651-9CF1-4CFD-A5DF-F6A36045E2A0}">
      <dsp:nvSpPr>
        <dsp:cNvPr id="0" name=""/>
        <dsp:cNvSpPr/>
      </dsp:nvSpPr>
      <dsp:spPr>
        <a:xfrm rot="5400000">
          <a:off x="5762754" y="-2148293"/>
          <a:ext cx="449138" cy="11007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742EC2-0DBD-48E9-8BE6-CEE73079DCF2}">
      <dsp:nvSpPr>
        <dsp:cNvPr id="0" name=""/>
        <dsp:cNvSpPr/>
      </dsp:nvSpPr>
      <dsp:spPr>
        <a:xfrm rot="5400000">
          <a:off x="-103647" y="3860470"/>
          <a:ext cx="690982" cy="48368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Pass the tube</a:t>
          </a:r>
        </a:p>
      </dsp:txBody>
      <dsp:txXfrm rot="-5400000">
        <a:off x="1" y="3998667"/>
        <a:ext cx="483687" cy="207295"/>
      </dsp:txXfrm>
    </dsp:sp>
    <dsp:sp modelId="{D545B6CD-5FDA-4CA6-A50A-BAC2660E33A3}">
      <dsp:nvSpPr>
        <dsp:cNvPr id="0" name=""/>
        <dsp:cNvSpPr/>
      </dsp:nvSpPr>
      <dsp:spPr>
        <a:xfrm rot="5400000">
          <a:off x="5762754" y="-1522244"/>
          <a:ext cx="449138" cy="11007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A68AB-3D14-42CD-954E-22239016A397}">
      <dsp:nvSpPr>
        <dsp:cNvPr id="0" name=""/>
        <dsp:cNvSpPr/>
      </dsp:nvSpPr>
      <dsp:spPr>
        <a:xfrm rot="5400000">
          <a:off x="-103647" y="4486519"/>
          <a:ext cx="690982" cy="483687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Prove</a:t>
          </a:r>
        </a:p>
      </dsp:txBody>
      <dsp:txXfrm rot="-5400000">
        <a:off x="1" y="4624716"/>
        <a:ext cx="483687" cy="207295"/>
      </dsp:txXfrm>
    </dsp:sp>
    <dsp:sp modelId="{D94E2330-8E62-4CD1-8216-28F8E5AE9EA5}">
      <dsp:nvSpPr>
        <dsp:cNvPr id="0" name=""/>
        <dsp:cNvSpPr/>
      </dsp:nvSpPr>
      <dsp:spPr>
        <a:xfrm rot="5400000">
          <a:off x="5762754" y="-896194"/>
          <a:ext cx="449138" cy="11007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96D11F-8CD9-46A1-90F0-2B03F75E369E}">
      <dsp:nvSpPr>
        <dsp:cNvPr id="0" name=""/>
        <dsp:cNvSpPr/>
      </dsp:nvSpPr>
      <dsp:spPr>
        <a:xfrm rot="5400000">
          <a:off x="-103647" y="5112568"/>
          <a:ext cx="690982" cy="483687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Post intubation</a:t>
          </a:r>
        </a:p>
      </dsp:txBody>
      <dsp:txXfrm rot="-5400000">
        <a:off x="1" y="5250765"/>
        <a:ext cx="483687" cy="207295"/>
      </dsp:txXfrm>
    </dsp:sp>
    <dsp:sp modelId="{7F7A9A23-F15C-4D7F-ADC3-2B249517012E}">
      <dsp:nvSpPr>
        <dsp:cNvPr id="0" name=""/>
        <dsp:cNvSpPr/>
      </dsp:nvSpPr>
      <dsp:spPr>
        <a:xfrm rot="5400000">
          <a:off x="5762754" y="-270145"/>
          <a:ext cx="449138" cy="110072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FE97F-6A10-43A2-972E-F5E20AFB845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7C666-E92C-48C7-A676-77BC04E9B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0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7C666-E92C-48C7-A676-77BC04E9BE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2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8A41-D3F0-492D-3FD9-4336A5F5A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AE29C-2228-9ECF-BB4A-16844A582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014FE-813B-A22C-5D55-6E7E623F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B8BFB-4FB0-176D-47B2-5359415D6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50114-4630-9351-357C-A06B171D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23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893CC-8FAD-DAEF-A0E8-3D51A562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C0EA4-3A32-5DDD-37C4-1ECCEE77F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356F1-1384-9E8A-B05B-D356909B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B4554-0BF9-AC33-4A14-B75BABA19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9FC4F-0DEB-972D-B9BA-D81395FCD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53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D780-AE42-12D7-CFA1-00820E0A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47576-C5CA-55C5-E8A4-F184D8E59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00623-369A-E666-ED5F-870344927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F8E4-FA3A-4B3E-A074-85D46A53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3E9D-7825-3AEB-3487-4D0B2446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775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1C517-3838-C008-ADBC-6B1CD9002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323EC-ACBB-95CE-F8F8-26863FCBB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D8174-648A-88CB-9C1F-624574A94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4B573-4968-DC05-6206-44D88BB0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34D24-4C49-CD28-4FFE-BDDFDE71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B0B77-E805-05CF-CF17-8630674E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19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17A9-4C92-EB96-E1D1-95E8F6AA3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366E7-581B-48AA-0303-0A64F75B5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6ACAE-8474-ECB1-EA69-457962C14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93D57-2EA7-FEF5-A717-E5A6966E0C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D40243-722C-A8D7-7D7B-0C3B35F00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7606F6-87F0-D686-7F65-74AD86811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9C717-AEE4-5492-7FA0-BFB35BDF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149B0-296D-9DCF-F261-73C8C078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62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608DD-7AAD-CBDE-8BFD-430E729C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B15AC-60E5-CB2C-3F0F-AF556EAD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7CE9-A5F6-5C76-0858-1B4CFAFEF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F329D-CF04-B7A5-7553-83930F6F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39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D5534-0ABB-ABE9-6CFC-8593F95DD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FED8D-508C-FCD1-542C-EFA9BC29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FD71F-9851-C6CF-5BD6-0CFC97E8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7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70E8-BD28-334C-AB2F-67E547235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04939-D5CD-0906-EB94-BA1646FE4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E49B3-256E-EC45-4FF5-3BDE48E56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7A177-B5B0-A3B2-5F02-9E78A7512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0EF50-51B8-1C6C-5B28-92D8CE686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FB8F2-36C5-2DC6-964E-43C3FF7E3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26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FE815-34F7-95AE-62F5-7580ECDEE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712E8-C4DC-205E-E1F8-E55798ABD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AAA84-0967-7DBB-0415-CCFBBE9A6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48B1E-D7E8-0795-3BFD-78A29A7AA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C9B45-2FD5-C9F1-B724-60FE6A0E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8E6D9-D146-10E2-CCEF-E9946F03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4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8A0B-6AB5-024B-16CA-504C09EA1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E3C30-2096-729C-2CD3-8200AFA96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2A70-8602-889F-0E0F-DA3B56CCA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7ED57-00CB-523C-C612-3F0AE221A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5454F-EA5A-2889-4A62-A33C3CB8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12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9FDBB-6470-2BA4-26B2-B3E98D9E6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1E3C7-5D3F-3745-4BBE-CD18010BA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D2540-24F2-A0B5-77E9-AC3449E2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E6D1E-D0FA-1D4B-AEB5-3D82CC265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D3571-27E9-C3F9-322C-403120A9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8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3A8D33-12BF-4E76-9E7C-8084EAADC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2F9A8-13F5-AE73-B984-B620EEF6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0BB93-42E6-8AD1-D495-4448C2C7A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FA428-1FFF-4C01-96BB-1466889B2CC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51964-60DC-4990-C66E-AFB32611D1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524DB-2524-91DA-C2A0-1AAAB5BF8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0A45F-1A59-4258-96B0-07311EA40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31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99A845C-70D9-64D3-0FD0-0C9AAD79C5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0858088"/>
              </p:ext>
            </p:extLst>
          </p:nvPr>
        </p:nvGraphicFramePr>
        <p:xfrm>
          <a:off x="416560" y="1021918"/>
          <a:ext cx="11490960" cy="5700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96ADDF-8307-55E6-C1F4-2A43D1882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201830"/>
              </p:ext>
            </p:extLst>
          </p:nvPr>
        </p:nvGraphicFramePr>
        <p:xfrm>
          <a:off x="1071716" y="1620006"/>
          <a:ext cx="10476227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183">
                  <a:extLst>
                    <a:ext uri="{9D8B030D-6E8A-4147-A177-3AD203B41FA5}">
                      <a16:colId xmlns:a16="http://schemas.microsoft.com/office/drawing/2014/main" val="1295538576"/>
                    </a:ext>
                  </a:extLst>
                </a:gridCol>
                <a:gridCol w="4226560">
                  <a:extLst>
                    <a:ext uri="{9D8B030D-6E8A-4147-A177-3AD203B41FA5}">
                      <a16:colId xmlns:a16="http://schemas.microsoft.com/office/drawing/2014/main" val="1540430243"/>
                    </a:ext>
                  </a:extLst>
                </a:gridCol>
                <a:gridCol w="3601484">
                  <a:extLst>
                    <a:ext uri="{9D8B030D-6E8A-4147-A177-3AD203B41FA5}">
                      <a16:colId xmlns:a16="http://schemas.microsoft.com/office/drawing/2014/main" val="3836307403"/>
                    </a:ext>
                  </a:extLst>
                </a:gridCol>
              </a:tblGrid>
              <a:tr h="436958"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]Identify indications and contraindications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Positioning Optimal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Calculate all medication dosages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Monitor</a:t>
                      </a:r>
                    </a:p>
                    <a:p>
                      <a:pPr marL="0" lvl="0" indent="0">
                        <a:tabLst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Recognize high risk DSI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Look, examine, Mallampati, obstruction, neck mobility (LEMON)</a:t>
                      </a:r>
                    </a:p>
                    <a:p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Start pre oxygenation with 15LPM NC (or as high as tolerated) and 15LPM NRB or BIPAP  as soon as possible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Head of bed 15 degrees, ear to sternal notch</a:t>
                      </a:r>
                    </a:p>
                    <a:p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45728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BF3873-6BED-C777-4142-AE6521C7B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07439"/>
              </p:ext>
            </p:extLst>
          </p:nvPr>
        </p:nvGraphicFramePr>
        <p:xfrm>
          <a:off x="1031504" y="1010035"/>
          <a:ext cx="10355646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022">
                  <a:extLst>
                    <a:ext uri="{9D8B030D-6E8A-4147-A177-3AD203B41FA5}">
                      <a16:colId xmlns:a16="http://schemas.microsoft.com/office/drawing/2014/main" val="1925124712"/>
                    </a:ext>
                  </a:extLst>
                </a:gridCol>
                <a:gridCol w="4265742">
                  <a:extLst>
                    <a:ext uri="{9D8B030D-6E8A-4147-A177-3AD203B41FA5}">
                      <a16:colId xmlns:a16="http://schemas.microsoft.com/office/drawing/2014/main" val="2584676518"/>
                    </a:ext>
                  </a:extLst>
                </a:gridCol>
                <a:gridCol w="3451882">
                  <a:extLst>
                    <a:ext uri="{9D8B030D-6E8A-4147-A177-3AD203B41FA5}">
                      <a16:colId xmlns:a16="http://schemas.microsoft.com/office/drawing/2014/main" val="1709609405"/>
                    </a:ext>
                  </a:extLst>
                </a:gridCol>
              </a:tblGrid>
              <a:tr h="512243"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ECG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Blood Pressure, SpO2 AND ETCO2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Suction</a:t>
                      </a:r>
                    </a:p>
                    <a:p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2 ET tubes and  2 laryngoscope blades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Bougie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Cric kit and SGA airways, NPA, OPA</a:t>
                      </a:r>
                    </a:p>
                    <a:p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All medications drawn up and LABELED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BVM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10mL syringe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59694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9E0F971-9E61-9A30-9AA8-DC59CB88A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886562"/>
              </p:ext>
            </p:extLst>
          </p:nvPr>
        </p:nvGraphicFramePr>
        <p:xfrm>
          <a:off x="1071716" y="2252252"/>
          <a:ext cx="10355646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022">
                  <a:extLst>
                    <a:ext uri="{9D8B030D-6E8A-4147-A177-3AD203B41FA5}">
                      <a16:colId xmlns:a16="http://schemas.microsoft.com/office/drawing/2014/main" val="1925124712"/>
                    </a:ext>
                  </a:extLst>
                </a:gridCol>
                <a:gridCol w="4265742">
                  <a:extLst>
                    <a:ext uri="{9D8B030D-6E8A-4147-A177-3AD203B41FA5}">
                      <a16:colId xmlns:a16="http://schemas.microsoft.com/office/drawing/2014/main" val="2584676518"/>
                    </a:ext>
                  </a:extLst>
                </a:gridCol>
                <a:gridCol w="3451882">
                  <a:extLst>
                    <a:ext uri="{9D8B030D-6E8A-4147-A177-3AD203B41FA5}">
                      <a16:colId xmlns:a16="http://schemas.microsoft.com/office/drawing/2014/main" val="1709609405"/>
                    </a:ext>
                  </a:extLst>
                </a:gridCol>
              </a:tblGrid>
              <a:tr h="343939"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Notification of procedure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DSI checklist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Verbalize backup plan</a:t>
                      </a:r>
                    </a:p>
                  </a:txBody>
                  <a:tcPr>
                    <a:lnR w="12700" cmpd="sng"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59694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7F2369-C0E3-33CE-A430-0F1A385DC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131389"/>
              </p:ext>
            </p:extLst>
          </p:nvPr>
        </p:nvGraphicFramePr>
        <p:xfrm>
          <a:off x="1071716" y="2902912"/>
          <a:ext cx="10355646" cy="512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022">
                  <a:extLst>
                    <a:ext uri="{9D8B030D-6E8A-4147-A177-3AD203B41FA5}">
                      <a16:colId xmlns:a16="http://schemas.microsoft.com/office/drawing/2014/main" val="1925124712"/>
                    </a:ext>
                  </a:extLst>
                </a:gridCol>
                <a:gridCol w="4265742">
                  <a:extLst>
                    <a:ext uri="{9D8B030D-6E8A-4147-A177-3AD203B41FA5}">
                      <a16:colId xmlns:a16="http://schemas.microsoft.com/office/drawing/2014/main" val="2584676518"/>
                    </a:ext>
                  </a:extLst>
                </a:gridCol>
                <a:gridCol w="3451882">
                  <a:extLst>
                    <a:ext uri="{9D8B030D-6E8A-4147-A177-3AD203B41FA5}">
                      <a16:colId xmlns:a16="http://schemas.microsoft.com/office/drawing/2014/main" val="1709609405"/>
                    </a:ext>
                  </a:extLst>
                </a:gridCol>
              </a:tblGrid>
              <a:tr h="512243"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Ensure appropriate pre-oxygenation levels &gt; 94% for 3 minutes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Optimize blood pressure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59694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9B2B83A-3605-C0D3-6ADA-08BF6C282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312077"/>
              </p:ext>
            </p:extLst>
          </p:nvPr>
        </p:nvGraphicFramePr>
        <p:xfrm>
          <a:off x="1071716" y="3517591"/>
          <a:ext cx="10355646" cy="512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022">
                  <a:extLst>
                    <a:ext uri="{9D8B030D-6E8A-4147-A177-3AD203B41FA5}">
                      <a16:colId xmlns:a16="http://schemas.microsoft.com/office/drawing/2014/main" val="1925124712"/>
                    </a:ext>
                  </a:extLst>
                </a:gridCol>
                <a:gridCol w="4265742">
                  <a:extLst>
                    <a:ext uri="{9D8B030D-6E8A-4147-A177-3AD203B41FA5}">
                      <a16:colId xmlns:a16="http://schemas.microsoft.com/office/drawing/2014/main" val="2584676518"/>
                    </a:ext>
                  </a:extLst>
                </a:gridCol>
                <a:gridCol w="3451882">
                  <a:extLst>
                    <a:ext uri="{9D8B030D-6E8A-4147-A177-3AD203B41FA5}">
                      <a16:colId xmlns:a16="http://schemas.microsoft.com/office/drawing/2014/main" val="1709609405"/>
                    </a:ext>
                  </a:extLst>
                </a:gridCol>
              </a:tblGrid>
              <a:tr h="512243"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Ketamine 2mg/kg IV/IO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59694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16C0275-8211-F167-88B1-FA1272D4B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776926"/>
              </p:ext>
            </p:extLst>
          </p:nvPr>
        </p:nvGraphicFramePr>
        <p:xfrm>
          <a:off x="1071716" y="4174695"/>
          <a:ext cx="10355646" cy="512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022">
                  <a:extLst>
                    <a:ext uri="{9D8B030D-6E8A-4147-A177-3AD203B41FA5}">
                      <a16:colId xmlns:a16="http://schemas.microsoft.com/office/drawing/2014/main" val="1925124712"/>
                    </a:ext>
                  </a:extLst>
                </a:gridCol>
                <a:gridCol w="4265742">
                  <a:extLst>
                    <a:ext uri="{9D8B030D-6E8A-4147-A177-3AD203B41FA5}">
                      <a16:colId xmlns:a16="http://schemas.microsoft.com/office/drawing/2014/main" val="2584676518"/>
                    </a:ext>
                  </a:extLst>
                </a:gridCol>
                <a:gridCol w="3451882">
                  <a:extLst>
                    <a:ext uri="{9D8B030D-6E8A-4147-A177-3AD203B41FA5}">
                      <a16:colId xmlns:a16="http://schemas.microsoft.com/office/drawing/2014/main" val="1709609405"/>
                    </a:ext>
                  </a:extLst>
                </a:gridCol>
              </a:tblGrid>
              <a:tr h="512243"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Rocuronium 0.6mg/kg IV/IO (max dose 100mg)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59694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F483CB8-55D3-317A-E010-31EF4986F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242645"/>
              </p:ext>
            </p:extLst>
          </p:nvPr>
        </p:nvGraphicFramePr>
        <p:xfrm>
          <a:off x="1075681" y="4764898"/>
          <a:ext cx="1067310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115">
                  <a:extLst>
                    <a:ext uri="{9D8B030D-6E8A-4147-A177-3AD203B41FA5}">
                      <a16:colId xmlns:a16="http://schemas.microsoft.com/office/drawing/2014/main" val="1925124712"/>
                    </a:ext>
                  </a:extLst>
                </a:gridCol>
                <a:gridCol w="2670473">
                  <a:extLst>
                    <a:ext uri="{9D8B030D-6E8A-4147-A177-3AD203B41FA5}">
                      <a16:colId xmlns:a16="http://schemas.microsoft.com/office/drawing/2014/main" val="2584676518"/>
                    </a:ext>
                  </a:extLst>
                </a:gridCol>
                <a:gridCol w="5557520">
                  <a:extLst>
                    <a:ext uri="{9D8B030D-6E8A-4147-A177-3AD203B41FA5}">
                      <a16:colId xmlns:a16="http://schemas.microsoft.com/office/drawing/2014/main" val="17096094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Ensure the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</a:rPr>
                        <a:t>Glidescope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 Go2 is recording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Watch for fasciculations or flaccid jaw muscles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Take off NRB or BIPAP (leave NC at 15LPM)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Attempt intubation after patient is paralyzed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May use BURP method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Visualize the tube through the vocal cords</a:t>
                      </a:r>
                    </a:p>
                    <a:p>
                      <a:pPr marL="0" lvl="0" indent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Limit attempts to 30-45 seconds before reassessing technique or trying alternate method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If patient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</a:rPr>
                        <a:t>desats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, use BVM and try again – limit to 2 tries per credentialed operator (see Failed Airway)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59694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A705BE9F-9774-8459-6F1B-27B446BDE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153081"/>
              </p:ext>
            </p:extLst>
          </p:nvPr>
        </p:nvGraphicFramePr>
        <p:xfrm>
          <a:off x="1071716" y="5383968"/>
          <a:ext cx="10355646" cy="512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022">
                  <a:extLst>
                    <a:ext uri="{9D8B030D-6E8A-4147-A177-3AD203B41FA5}">
                      <a16:colId xmlns:a16="http://schemas.microsoft.com/office/drawing/2014/main" val="1925124712"/>
                    </a:ext>
                  </a:extLst>
                </a:gridCol>
                <a:gridCol w="4265742">
                  <a:extLst>
                    <a:ext uri="{9D8B030D-6E8A-4147-A177-3AD203B41FA5}">
                      <a16:colId xmlns:a16="http://schemas.microsoft.com/office/drawing/2014/main" val="2584676518"/>
                    </a:ext>
                  </a:extLst>
                </a:gridCol>
                <a:gridCol w="3451882">
                  <a:extLst>
                    <a:ext uri="{9D8B030D-6E8A-4147-A177-3AD203B41FA5}">
                      <a16:colId xmlns:a16="http://schemas.microsoft.com/office/drawing/2014/main" val="1709609405"/>
                    </a:ext>
                  </a:extLst>
                </a:gridCol>
              </a:tblGrid>
              <a:tr h="512243"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Inflate cuff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Secure tube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Start ETCO2 monitoring of tube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Rise and fall of chest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Condensation in the tube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Make sure O2 is connected to ventilation bag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Document each attempt as separate procedure in 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</a:rPr>
                        <a:t>ePCR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Quickly recognize and correct esophageal intubations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Repeat vital signs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59694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DBAA4C1-2DA9-EFC9-FEA8-677C91A1F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39517"/>
              </p:ext>
            </p:extLst>
          </p:nvPr>
        </p:nvGraphicFramePr>
        <p:xfrm>
          <a:off x="1071716" y="5984329"/>
          <a:ext cx="10355646" cy="512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022">
                  <a:extLst>
                    <a:ext uri="{9D8B030D-6E8A-4147-A177-3AD203B41FA5}">
                      <a16:colId xmlns:a16="http://schemas.microsoft.com/office/drawing/2014/main" val="1925124712"/>
                    </a:ext>
                  </a:extLst>
                </a:gridCol>
                <a:gridCol w="4265742">
                  <a:extLst>
                    <a:ext uri="{9D8B030D-6E8A-4147-A177-3AD203B41FA5}">
                      <a16:colId xmlns:a16="http://schemas.microsoft.com/office/drawing/2014/main" val="2584676518"/>
                    </a:ext>
                  </a:extLst>
                </a:gridCol>
                <a:gridCol w="3451882">
                  <a:extLst>
                    <a:ext uri="{9D8B030D-6E8A-4147-A177-3AD203B41FA5}">
                      <a16:colId xmlns:a16="http://schemas.microsoft.com/office/drawing/2014/main" val="1709609405"/>
                    </a:ext>
                  </a:extLst>
                </a:gridCol>
              </a:tblGrid>
              <a:tr h="512243"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Record at least 3 ETCO2 readings – Immediately after, mid transport, and at the destination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Record post intubation vital signs</a:t>
                      </a:r>
                    </a:p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Provide sedation per Post Intubation Sedation Guideline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[ ] Remember DOPES pneumonic if patient deteriorates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Dislodgement, Obstruction, Pneumothorax, Equipment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596945"/>
                  </a:ext>
                </a:extLst>
              </a:tr>
            </a:tbl>
          </a:graphicData>
        </a:graphic>
      </p:graphicFrame>
      <p:sp>
        <p:nvSpPr>
          <p:cNvPr id="33" name="Title 32">
            <a:extLst>
              <a:ext uri="{FF2B5EF4-FFF2-40B4-BE49-F238E27FC236}">
                <a16:creationId xmlns:a16="http://schemas.microsoft.com/office/drawing/2014/main" id="{BEFF69AB-7917-8CE6-63B0-70932381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55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Aerie </a:t>
            </a:r>
            <a:r>
              <a:rPr lang="en-US"/>
              <a:t>Backcountry Medicine DSI </a:t>
            </a:r>
            <a:r>
              <a:rPr lang="en-US" dirty="0"/>
              <a:t>Checklist</a:t>
            </a:r>
          </a:p>
        </p:txBody>
      </p:sp>
    </p:spTree>
    <p:extLst>
      <p:ext uri="{BB962C8B-B14F-4D97-AF65-F5344CB8AC3E}">
        <p14:creationId xmlns:p14="http://schemas.microsoft.com/office/powerpoint/2010/main" val="1726498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406</Words>
  <Application>Microsoft Office PowerPoint</Application>
  <PresentationFormat>Widescreen</PresentationFormat>
  <Paragraphs>57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Aerie Backcountry Medicine DSI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Frances McClure</dc:creator>
  <cp:lastModifiedBy>Sarah Frances McClure</cp:lastModifiedBy>
  <cp:revision>1</cp:revision>
  <dcterms:created xsi:type="dcterms:W3CDTF">2025-03-23T15:55:16Z</dcterms:created>
  <dcterms:modified xsi:type="dcterms:W3CDTF">2026-02-26T17:17:49Z</dcterms:modified>
</cp:coreProperties>
</file>